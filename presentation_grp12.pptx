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58" autoAdjust="0"/>
  </p:normalViewPr>
  <p:slideViewPr>
    <p:cSldViewPr>
      <p:cViewPr varScale="1">
        <p:scale>
          <a:sx n="57" d="100"/>
          <a:sy n="57" d="100"/>
        </p:scale>
        <p:origin x="44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i.com/y7yjmv99qom0/?referral_token=X1CfOjlnB3FN&amp;utm_source=ppt_qr_code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AAAED-93BD-346A-18AD-801075ACBA99}"/>
              </a:ext>
            </a:extLst>
          </p:cNvPr>
          <p:cNvSpPr txBox="1"/>
          <p:nvPr/>
        </p:nvSpPr>
        <p:spPr>
          <a:xfrm>
            <a:off x="16340564" y="12190968"/>
            <a:ext cx="12199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prezi.com</a:t>
            </a:r>
            <a:r>
              <a:rPr lang="en-US" dirty="0">
                <a:solidFill>
                  <a:schemeClr val="bg1"/>
                </a:solidFill>
              </a:rPr>
              <a:t>/view/NIuRLRTW0XSoslEHmrKm/?</a:t>
            </a:r>
            <a:r>
              <a:rPr lang="en-US" dirty="0" err="1">
                <a:solidFill>
                  <a:schemeClr val="bg1"/>
                </a:solidFill>
              </a:rPr>
              <a:t>referral_token</a:t>
            </a:r>
            <a:r>
              <a:rPr lang="en-US" dirty="0">
                <a:solidFill>
                  <a:schemeClr val="bg1"/>
                </a:solidFill>
              </a:rPr>
              <a:t>=X1CfOjlnB3FN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F58BF-6A7F-A16C-19AD-B625547A5AEC}"/>
              </a:ext>
            </a:extLst>
          </p:cNvPr>
          <p:cNvSpPr txBox="1"/>
          <p:nvPr/>
        </p:nvSpPr>
        <p:spPr>
          <a:xfrm>
            <a:off x="18516600" y="12616056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(Please view on </a:t>
            </a:r>
            <a:r>
              <a:rPr lang="en-US" dirty="0" err="1">
                <a:solidFill>
                  <a:schemeClr val="bg1"/>
                </a:solidFill>
              </a:rPr>
              <a:t>prezi</a:t>
            </a:r>
            <a:r>
              <a:rPr lang="en-US" dirty="0">
                <a:solidFill>
                  <a:schemeClr val="bg1"/>
                </a:solidFill>
              </a:rPr>
              <a:t> platform for the presentation to be viewed properly.)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i.com/y7yjmv99qom0/?referral_token=X1CfOjlnB3FN&amp;utm_source=ppt_qr_code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l="l" t="t" r="r" b="b"/>
            <a:pathLst>
              <a:path w="7162800" h="14224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4" name="Picture 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</Words>
  <Application>Microsoft Macintosh PowerPoint</Application>
  <PresentationFormat>Custom</PresentationFormat>
  <Paragraphs>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nisha kini</cp:lastModifiedBy>
  <cp:revision>2</cp:revision>
  <dcterms:created xsi:type="dcterms:W3CDTF">2006-08-16T00:00:00Z</dcterms:created>
  <dcterms:modified xsi:type="dcterms:W3CDTF">2025-12-14T03:15:21Z</dcterms:modified>
</cp:coreProperties>
</file>